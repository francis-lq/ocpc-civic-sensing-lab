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这一页先把项目从普通 STEAM 课程中区分出来：它不是只教工具，而是把真实场景、公共议题、数据证据、艺术表达和开放档案连接起来。</a:t>
            </a:r>
            <a:endParaRPr 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这里不做市场规模夸张判断，只说明已有文献和方案中反复出现的需求变化：真实问题、项目制学习、证据链、公共展示和长期沉淀。</a:t>
            </a:r>
            <a:endParaRPr 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对机构来说，合作价值不止是办一场活动，而是共同生成可复用的教育内容、公共档案、展示素材和影响力证据。</a:t>
            </a:r>
            <a:endParaRPr 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源方案建议第一个 MVP 从校园微气候开始，因为它比水质、夜间生态或复杂公共空间议题更容易控制风险，也更适合快速验证课程和机构合作。</a:t>
            </a:r>
            <a:endParaRPr 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这一页是合作中的信任层。商业交付由法律主体负责，开放项目和贡献记录进入 OCPC，二者边界要清楚。</a:t>
            </a:r>
            <a:endParaRPr 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这一页需要直接回应机构最关心的问题：安全、合规、未成年人、数据和声誉风险。具体法律手续仍需按运营地和合作机构要求进一步核查。</a:t>
            </a:r>
            <a:endParaRPr 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最后的行动邀请要具体。理想的下一步不是泛泛“保持联系”，而是锁定一个试点主题、一个场景、一个联系人、一次内测和一套可归档成果。</a:t>
            </a:r>
            <a:endParaRPr 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Slide 1 — 共感城市实验室 / Civic Sensing Lab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中文定位：面向青少年与大学生的「艺术教育 × 科学传播 × 开放公民项目公地」素养教育项目。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English line: Sense the city. Shape the commons.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用开源硬件、环境数据、媒介艺术和公共展览，把真实世界的公共议题转化为可学习、可展示、可复用、可持续维护的开放项目。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面向学校、博物馆、科技馆、美术馆、公园、社区与公共文化机构，共同开发可落地的展教项目和青年公民科学行动。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1 / 12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Slide 2 — 机会变化 / The Opportunity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STEAM 教育正在从「技能拼盘」走向「艺术 × 科学 × 社会议题 × 公共参与」。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机构端需要可持续、可传播、可共创的公共教育项目，而不只是一次性活动。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青少年需要能被看见、能被复盘、能形成作品与成长证据的真实项目经历。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博物馆、科技馆、学校和社区空间，可以成为青年公共议题项目的展示、采样、讨论和再利用节点。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2 / 12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Slide 3 — 核心概念 / Core Concept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一句话：让青年用艺术和科学观察真实世界，把身边公共议题变成开放公民项目。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Learning path: Observe -&gt; Question -&gt; Data -&gt; Prototype -&gt; Exhibition -&gt; Commons Release.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每个项目都围绕一个具体议题，例如空气、声音、水体、热岛、生物多样性、公共空间或地方记忆。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每个项目最终留下问题陈述、采样协议、数据样本、硬件 BOM、代码/伪代码、艺术表达、展陈文档、风险说明、贡献记录和复用指南。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3 / 12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Slide 4 — 为什么适合机构合作 / Why Institutions Matter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学校提供持续学习场景：校本课程、综合实践、跨学科项目和学生社群。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博物馆、科技馆、美术馆提供公共展示界面：把学生作品升级为可被公众理解和参与的展教项目。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公园、湿地、社区和公共空间提供真实议题现场：让数据采集和地方叙事发生在具体地点。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机构不仅是场地提供方，也可以成为 OCPC 项目公地的线下节点和长期维护伙伴。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4 / 12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Slide 5 — 产品体系 / Product System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跨界策展产品：城市呼吸、共生校园、看不见的河流、夜间生态与公共照明等主题巡展和共创展。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训练营与课程：青少年城市感知周末营、大学生公共议题开源原型营、教师/馆员 OCPC 项目导师营。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黑客松与开放采样日：围绕机构真实赛题，生成可展示、可归档、可继续孵化的项目。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开源社区与项目库：沉淀课程包、硬件设计、代码、采样协议、展览脚本、评价量表和风险清单。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生态研学产品：校园、街区、公园、湿地、河流和社区公共空间中的数据采集、艺术表达和公共讨论。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5 / 12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Slide 6 — 旗舰试点 / Campus Microclimate Sensing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中文主题：校园微气候观测：哪些空间更热、更闷、更适合停留？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English pilot: Campus Microclimate Sensing.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学生使用温湿度、光照、地表材质记录和主观体感评分，制作热舒适路线、数据地图或数据灯箱。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适合学校和场馆试点：安全边界清晰、议题低敏感、材料可控、成果容易展示。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结课产出包括数据表、点位地图、建议书、展签、项目页和 OCPC 最小发布包。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6 / 12</a:t>
            </a:r>
            <a:endParaRPr lang="zh-CN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Slide 7 — 学习与公共价值模型 / Learning + Public Value Model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观察：从校园、展馆、街区或自然空间中发现可研究的公共问题。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证据：用传感器、访谈、行为观察、地图和影像建立基础证据链。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原型：把数据和问题转化为硬件、图像、声音、互动页面、物件剧场或展览脚本。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展示：面向公众解释问题如何发生、证据如何产生、作品如何回应。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发布：把成果整理成可复用的项目档案，让下一批学生、教师、馆员或社区继续使用。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7 / 12</a:t>
            </a:r>
            <a:endParaRPr lang="zh-CN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Slide 8 — OCPC 公地沉淀 / What Remains After Each Activity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OCPC / Open Civic Project Commons 是项目资产与开放治理机制，不是替代法律主体的公司或机构。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每次课程、展览、黑客松或研学结束后，都要留下可复用公共知识，而不只留下活动照片。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标准项目档案包括：项目简介、公共议题背景、科学问题、采样方法、BOM、电路图、代码、艺术表达、教学包、安全与伦理说明、许可、贡献者名单、复用指南、版本日志和维护人。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机构合作成果可以进入公开项目库，同时对未成年人信息、敏感位置、个人轨迹和影像授权保持谨慎处理。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8 / 12</a:t>
            </a:r>
            <a:endParaRPr lang="zh-CN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Slide 9 — 合作模式 / Partner Collaboration Models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学校 / Schools：校本课程、综合实践、校园微气候或共生校园项目，形成课程包与项目档案。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博物馆与科技馆 / Museums &amp; Science Centers：展教合一项目、公众开放日、巡展、馆校共创和教师馆员培训。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公园、湿地与社区 / Parks &amp; Communities：生态研学、开放采样日、地方记忆地图和公共空间观察。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企业 CSR/ESG / Corporate Sponsors：支持青少年科学教育、低碳校园行动或公共展示，但不干预数据结论。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公共部门与公益机构 / Public-interest Partners：共创低敏感、适龄、证据充分的公民科学和公共文化项目。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9 / 12</a:t>
            </a:r>
            <a:endParaRPr lang="zh-CN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Slide 10 — 安全、伦理与未成年人保护 / Safety, Ethics, and Minor Protection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活动前设置风险评估、监护人同意、路线预查、保险、带队比例、天气预案和应急流程。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硬件活动优先使用低压设备，控制焊接、切割等高风险操作，提供明确实验室规则和防护要求。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数据处理遵循最小必要、去标识化、监护人授权和敏感数据不公开原则。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学生贡献默认尊重署名、匿名、撤回署名和退出权；商业使用需要清晰授权边界。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企业、机构或项目方不得占有学生贡献，也不得用赞助影响数据解释和公共结论。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10 / 12</a:t>
            </a:r>
            <a:endParaRPr lang="zh-CN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Slide 11 — 12 个月 MVP 路线图 / 12-Month MVP Roadmap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0-3 个月：验证期 / Validation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3-6 个月：产品化期 / Productization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6-12 个月：规模化试点 / Pilot Scaling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验证指标 / What to measure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11 / 12</a:t>
            </a:r>
            <a:endParaRPr lang="zh-CN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00" b="1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Slide 12 — 合作邀请 / Partnership Ask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试点场景 / Pilot site：提供一个校园、展厅、科技馆、公园、湿地或社区空间，联合测试 1 个低风险主题项目。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共创伙伴 / Co-development partner：共同开发课程、展览、研学、教师馆员培训或公共开放日。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导师与顾问 / Mentors and advisors：提供科学、硬件、数据、策展、教育、安全伦理或公共议题支持。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设备与场地 / Venue and equipment：支持传感器、基础制作设备、展示空间、采样路线或公开展示机会。</a:t>
            </a:r>
            <a:endParaRPr lang="zh-CN" sz="1950"/>
          </a:p>
          <a:p>
            <a:pPr algn="l" marL="0" indent="0">
              <a:defRPr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950" b="0">
                <a:solidFill>
                  <a:srgbClr val="232B2E"/>
                </a:solidFill>
                <a:latin typeface="Microsoft YaHei"/>
                <a:ea typeface="Microsoft YaHei"/>
                <a:cs typeface="Microsoft YaHei"/>
              </a:rPr>
              <a:t>• 资助与传播 / Sponsorship and visibility：支持青年公共议题项目进入 OCPC 项目库，并形成可公开传播的项目成果。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>
              <a:defRPr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566569"/>
                </a:solidFill>
                <a:latin typeface="Microsoft YaHei"/>
                <a:ea typeface="Microsoft YaHei"/>
                <a:cs typeface="Microsoft YaHei"/>
              </a:rPr>
              <a:t>12 / 12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L Clean">
  <a:themeElements>
    <a:clrScheme name="CSL">
      <a:dk1>
        <a:srgbClr val="232B2E"/>
      </a:dk1>
      <a:lt1>
        <a:srgbClr val="F7F8F4"/>
      </a:lt1>
      <a:dk2>
        <a:srgbClr val="566569"/>
      </a:dk2>
      <a:lt2>
        <a:srgbClr val="FFFFFF"/>
      </a:lt2>
      <a:accent1>
        <a:srgbClr val="207A78"/>
      </a:accent1>
      <a:accent2>
        <a:srgbClr val="CDD8D2"/>
      </a:accent2>
      <a:accent3>
        <a:srgbClr val="8BA6A3"/>
      </a:accent3>
      <a:accent4>
        <a:srgbClr val="D9CBA3"/>
      </a:accent4>
      <a:accent5>
        <a:srgbClr val="B76E5B"/>
      </a:accent5>
      <a:accent6>
        <a:srgbClr val="6F7D8C"/>
      </a:accent6>
      <a:hlink>
        <a:srgbClr val="207A78"/>
      </a:hlink>
      <a:folHlink>
        <a:srgbClr val="566569"/>
      </a:folHlink>
    </a:clrScheme>
    <a:fontScheme name="CSL 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SL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12</Slides>
  <Notes>12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共感城市实验室 / Civic Sensing Lab</dc:title>
  <dc:creator>Codex</dc:creator>
  <cp:lastModifiedBy>Codex</cp:lastModifiedBy>
  <dcterms:created xsi:type="dcterms:W3CDTF">2026-04-28T12:09:48Z</dcterms:created>
  <dcterms:modified xsi:type="dcterms:W3CDTF">2026-04-28T12:09:48Z</dcterms:modified>
</cp:coreProperties>
</file>